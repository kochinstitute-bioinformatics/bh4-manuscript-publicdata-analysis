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59"/>
  </p:normalViewPr>
  <p:slideViewPr>
    <p:cSldViewPr snapToGrid="0">
      <p:cViewPr varScale="1">
        <p:scale>
          <a:sx n="63" d="100"/>
          <a:sy n="63" d="100"/>
        </p:scale>
        <p:origin x="19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A39B-01C4-9538-990E-93108A8E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2B3FF35-F2EC-F9FF-06DA-8B5B5EA9DC88}"/>
              </a:ext>
            </a:extLst>
          </p:cNvPr>
          <p:cNvSpPr/>
          <p:nvPr/>
        </p:nvSpPr>
        <p:spPr>
          <a:xfrm>
            <a:off x="638197" y="125346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8CE09D-0845-9090-1810-932A7C073A32}"/>
              </a:ext>
            </a:extLst>
          </p:cNvPr>
          <p:cNvSpPr txBox="1"/>
          <p:nvPr/>
        </p:nvSpPr>
        <p:spPr>
          <a:xfrm>
            <a:off x="0" y="0"/>
            <a:ext cx="218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Fig.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70104-0CF6-491D-7507-65927BC69211}"/>
              </a:ext>
            </a:extLst>
          </p:cNvPr>
          <p:cNvSpPr txBox="1"/>
          <p:nvPr/>
        </p:nvSpPr>
        <p:spPr>
          <a:xfrm>
            <a:off x="708788" y="122873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5C014-409F-BA00-0E65-175A6B4C362D}"/>
              </a:ext>
            </a:extLst>
          </p:cNvPr>
          <p:cNvSpPr/>
          <p:nvPr/>
        </p:nvSpPr>
        <p:spPr>
          <a:xfrm>
            <a:off x="3457597" y="123822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4483CF-1C47-F456-21FC-852E9163C5C8}"/>
              </a:ext>
            </a:extLst>
          </p:cNvPr>
          <p:cNvSpPr/>
          <p:nvPr/>
        </p:nvSpPr>
        <p:spPr>
          <a:xfrm>
            <a:off x="653437" y="350898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90677-4BE9-7AE0-DC18-CB12A7A9DA01}"/>
              </a:ext>
            </a:extLst>
          </p:cNvPr>
          <p:cNvSpPr txBox="1"/>
          <p:nvPr/>
        </p:nvSpPr>
        <p:spPr>
          <a:xfrm>
            <a:off x="724028" y="348425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005DF8-AA30-43DF-415A-200CE2AE2E41}"/>
              </a:ext>
            </a:extLst>
          </p:cNvPr>
          <p:cNvSpPr/>
          <p:nvPr/>
        </p:nvSpPr>
        <p:spPr>
          <a:xfrm>
            <a:off x="3472837" y="349374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E8EF3B-D366-B127-4912-0194C193570C}"/>
              </a:ext>
            </a:extLst>
          </p:cNvPr>
          <p:cNvSpPr/>
          <p:nvPr/>
        </p:nvSpPr>
        <p:spPr>
          <a:xfrm>
            <a:off x="699157" y="574926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81AFE2-5E58-42DA-E89B-C0BDA2543BBF}"/>
              </a:ext>
            </a:extLst>
          </p:cNvPr>
          <p:cNvSpPr txBox="1"/>
          <p:nvPr/>
        </p:nvSpPr>
        <p:spPr>
          <a:xfrm>
            <a:off x="769748" y="572453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F3ED6D-374F-4317-4B4A-9634C4982D3B}"/>
              </a:ext>
            </a:extLst>
          </p:cNvPr>
          <p:cNvSpPr/>
          <p:nvPr/>
        </p:nvSpPr>
        <p:spPr>
          <a:xfrm>
            <a:off x="3518557" y="573402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4DFF94-0347-137D-4AD5-305DC74E621C}"/>
              </a:ext>
            </a:extLst>
          </p:cNvPr>
          <p:cNvSpPr txBox="1"/>
          <p:nvPr/>
        </p:nvSpPr>
        <p:spPr>
          <a:xfrm>
            <a:off x="3470573" y="1247315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5933B4-3769-67EE-8831-B78709858700}"/>
              </a:ext>
            </a:extLst>
          </p:cNvPr>
          <p:cNvSpPr txBox="1"/>
          <p:nvPr/>
        </p:nvSpPr>
        <p:spPr>
          <a:xfrm>
            <a:off x="3470573" y="3477559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8756C9-742A-F069-8D65-90B390E2A743}"/>
              </a:ext>
            </a:extLst>
          </p:cNvPr>
          <p:cNvSpPr txBox="1"/>
          <p:nvPr/>
        </p:nvSpPr>
        <p:spPr>
          <a:xfrm>
            <a:off x="3530266" y="5752239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2DAD53-A601-8047-E4B8-99F403686D30}"/>
              </a:ext>
            </a:extLst>
          </p:cNvPr>
          <p:cNvSpPr txBox="1"/>
          <p:nvPr/>
        </p:nvSpPr>
        <p:spPr>
          <a:xfrm>
            <a:off x="995143" y="1308870"/>
            <a:ext cx="20560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glutathione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4A8D78-69A7-986F-E228-47FF7653BBD1}"/>
              </a:ext>
            </a:extLst>
          </p:cNvPr>
          <p:cNvSpPr txBox="1"/>
          <p:nvPr/>
        </p:nvSpPr>
        <p:spPr>
          <a:xfrm>
            <a:off x="4036317" y="1308870"/>
            <a:ext cx="15616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CoQ10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402241-A700-753D-E8E7-31EC794DD4BB}"/>
              </a:ext>
            </a:extLst>
          </p:cNvPr>
          <p:cNvSpPr txBox="1"/>
          <p:nvPr/>
        </p:nvSpPr>
        <p:spPr>
          <a:xfrm>
            <a:off x="1072367" y="3545805"/>
            <a:ext cx="1794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thioredoxin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6D2AF8-0659-3A7F-623A-78DFAF9DF0D6}"/>
              </a:ext>
            </a:extLst>
          </p:cNvPr>
          <p:cNvSpPr txBox="1"/>
          <p:nvPr/>
        </p:nvSpPr>
        <p:spPr>
          <a:xfrm>
            <a:off x="3855979" y="3561298"/>
            <a:ext cx="19223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Peroxiredoxin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22C77A-DCF0-D0E0-5003-044DE7ACC9A4}"/>
              </a:ext>
            </a:extLst>
          </p:cNvPr>
          <p:cNvSpPr txBox="1"/>
          <p:nvPr/>
        </p:nvSpPr>
        <p:spPr>
          <a:xfrm>
            <a:off x="4036317" y="5813836"/>
            <a:ext cx="1452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SUM159PT BH4 genes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BD9322-7159-496F-F347-C22D36AFC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98" y="1602486"/>
            <a:ext cx="2232007" cy="1674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F95D28-EA1D-6100-2670-6D4233A8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407" y="1582936"/>
            <a:ext cx="2173450" cy="1630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A89357-4BC1-A09B-32FF-6D52231B6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18" y="3797952"/>
            <a:ext cx="2294851" cy="17211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DA729D-DF57-2324-2D69-814DD2DCC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172" y="3823705"/>
            <a:ext cx="2260513" cy="16953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AC200F-C8F3-9C7B-B225-C46AE3D3B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478" y="6075464"/>
            <a:ext cx="2599799" cy="14855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699C52-610A-F35D-41FD-9FD6C230E3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562" y="5858567"/>
            <a:ext cx="2249922" cy="187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8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26</Words>
  <Application>Microsoft Office PowerPoint</Application>
  <PresentationFormat>Letter Paper (8.5x11 in)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18</cp:revision>
  <dcterms:created xsi:type="dcterms:W3CDTF">2026-08-14T15:18:32Z</dcterms:created>
  <dcterms:modified xsi:type="dcterms:W3CDTF">2026-09-02T17:59:55Z</dcterms:modified>
</cp:coreProperties>
</file>