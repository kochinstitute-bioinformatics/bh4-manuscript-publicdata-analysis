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59"/>
  </p:normalViewPr>
  <p:slideViewPr>
    <p:cSldViewPr snapToGrid="0">
      <p:cViewPr varScale="1">
        <p:scale>
          <a:sx n="84" d="100"/>
          <a:sy n="84" d="100"/>
        </p:scale>
        <p:origin x="2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8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1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5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9B398-ECCF-2141-8A46-C22333BBEEEB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A39B-01C4-9538-990E-93108A8E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2B3FF35-F2EC-F9FF-06DA-8B5B5EA9DC88}"/>
              </a:ext>
            </a:extLst>
          </p:cNvPr>
          <p:cNvSpPr/>
          <p:nvPr/>
        </p:nvSpPr>
        <p:spPr>
          <a:xfrm>
            <a:off x="638197" y="125346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8CE09D-0845-9090-1810-932A7C073A32}"/>
              </a:ext>
            </a:extLst>
          </p:cNvPr>
          <p:cNvSpPr txBox="1"/>
          <p:nvPr/>
        </p:nvSpPr>
        <p:spPr>
          <a:xfrm>
            <a:off x="0" y="0"/>
            <a:ext cx="218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Fig.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70104-0CF6-491D-7507-65927BC69211}"/>
              </a:ext>
            </a:extLst>
          </p:cNvPr>
          <p:cNvSpPr txBox="1"/>
          <p:nvPr/>
        </p:nvSpPr>
        <p:spPr>
          <a:xfrm>
            <a:off x="708788" y="1228730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5C014-409F-BA00-0E65-175A6B4C362D}"/>
              </a:ext>
            </a:extLst>
          </p:cNvPr>
          <p:cNvSpPr/>
          <p:nvPr/>
        </p:nvSpPr>
        <p:spPr>
          <a:xfrm>
            <a:off x="3457597" y="123822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4483CF-1C47-F456-21FC-852E9163C5C8}"/>
              </a:ext>
            </a:extLst>
          </p:cNvPr>
          <p:cNvSpPr/>
          <p:nvPr/>
        </p:nvSpPr>
        <p:spPr>
          <a:xfrm>
            <a:off x="653437" y="350898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F90677-4BE9-7AE0-DC18-CB12A7A9DA01}"/>
              </a:ext>
            </a:extLst>
          </p:cNvPr>
          <p:cNvSpPr txBox="1"/>
          <p:nvPr/>
        </p:nvSpPr>
        <p:spPr>
          <a:xfrm>
            <a:off x="724028" y="3484250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005DF8-AA30-43DF-415A-200CE2AE2E41}"/>
              </a:ext>
            </a:extLst>
          </p:cNvPr>
          <p:cNvSpPr/>
          <p:nvPr/>
        </p:nvSpPr>
        <p:spPr>
          <a:xfrm>
            <a:off x="3472837" y="349374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E8EF3B-D366-B127-4912-0194C193570C}"/>
              </a:ext>
            </a:extLst>
          </p:cNvPr>
          <p:cNvSpPr/>
          <p:nvPr/>
        </p:nvSpPr>
        <p:spPr>
          <a:xfrm>
            <a:off x="699157" y="574926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81AFE2-5E58-42DA-E89B-C0BDA2543BBF}"/>
              </a:ext>
            </a:extLst>
          </p:cNvPr>
          <p:cNvSpPr txBox="1"/>
          <p:nvPr/>
        </p:nvSpPr>
        <p:spPr>
          <a:xfrm>
            <a:off x="769748" y="5724530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F3ED6D-374F-4317-4B4A-9634C4982D3B}"/>
              </a:ext>
            </a:extLst>
          </p:cNvPr>
          <p:cNvSpPr/>
          <p:nvPr/>
        </p:nvSpPr>
        <p:spPr>
          <a:xfrm>
            <a:off x="3518557" y="573402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4DFF94-0347-137D-4AD5-305DC74E621C}"/>
              </a:ext>
            </a:extLst>
          </p:cNvPr>
          <p:cNvSpPr txBox="1"/>
          <p:nvPr/>
        </p:nvSpPr>
        <p:spPr>
          <a:xfrm>
            <a:off x="3470573" y="1247315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5933B4-3769-67EE-8831-B78709858700}"/>
              </a:ext>
            </a:extLst>
          </p:cNvPr>
          <p:cNvSpPr txBox="1"/>
          <p:nvPr/>
        </p:nvSpPr>
        <p:spPr>
          <a:xfrm>
            <a:off x="3470573" y="3477559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8756C9-742A-F069-8D65-90B390E2A743}"/>
              </a:ext>
            </a:extLst>
          </p:cNvPr>
          <p:cNvSpPr txBox="1"/>
          <p:nvPr/>
        </p:nvSpPr>
        <p:spPr>
          <a:xfrm>
            <a:off x="3530266" y="5752239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2DAD53-A601-8047-E4B8-99F403686D30}"/>
              </a:ext>
            </a:extLst>
          </p:cNvPr>
          <p:cNvSpPr txBox="1"/>
          <p:nvPr/>
        </p:nvSpPr>
        <p:spPr>
          <a:xfrm>
            <a:off x="1074746" y="1893182"/>
            <a:ext cx="1918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BRCA </a:t>
            </a:r>
            <a:r>
              <a:rPr lang="en-US" dirty="0" err="1"/>
              <a:t>scRNA</a:t>
            </a:r>
            <a:r>
              <a:rPr lang="en-US" dirty="0"/>
              <a:t>-seq</a:t>
            </a:r>
          </a:p>
          <a:p>
            <a:pPr algn="ctr"/>
            <a:r>
              <a:rPr lang="en-US" dirty="0"/>
              <a:t>glutathione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4A8D78-69A7-986F-E228-47FF7653BBD1}"/>
              </a:ext>
            </a:extLst>
          </p:cNvPr>
          <p:cNvSpPr txBox="1"/>
          <p:nvPr/>
        </p:nvSpPr>
        <p:spPr>
          <a:xfrm>
            <a:off x="3928782" y="1868936"/>
            <a:ext cx="1918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BRCA </a:t>
            </a:r>
            <a:r>
              <a:rPr lang="en-US" dirty="0" err="1"/>
              <a:t>scRNA</a:t>
            </a:r>
            <a:r>
              <a:rPr lang="en-US" dirty="0"/>
              <a:t>-seq</a:t>
            </a:r>
          </a:p>
          <a:p>
            <a:pPr algn="ctr"/>
            <a:r>
              <a:rPr lang="en-US" dirty="0"/>
              <a:t>CoQ10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402241-A700-753D-E8E7-31EC794DD4BB}"/>
              </a:ext>
            </a:extLst>
          </p:cNvPr>
          <p:cNvSpPr txBox="1"/>
          <p:nvPr/>
        </p:nvSpPr>
        <p:spPr>
          <a:xfrm>
            <a:off x="1112846" y="4154937"/>
            <a:ext cx="1918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BRCA </a:t>
            </a:r>
            <a:r>
              <a:rPr lang="en-US" dirty="0" err="1"/>
              <a:t>scRNA</a:t>
            </a:r>
            <a:r>
              <a:rPr lang="en-US" dirty="0"/>
              <a:t>-seq</a:t>
            </a:r>
          </a:p>
          <a:p>
            <a:pPr algn="ctr"/>
            <a:r>
              <a:rPr lang="en-US" dirty="0"/>
              <a:t>thioredoxin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6D2AF8-0659-3A7F-623A-78DFAF9DF0D6}"/>
              </a:ext>
            </a:extLst>
          </p:cNvPr>
          <p:cNvSpPr txBox="1"/>
          <p:nvPr/>
        </p:nvSpPr>
        <p:spPr>
          <a:xfrm>
            <a:off x="3925318" y="4193037"/>
            <a:ext cx="1918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BRCA </a:t>
            </a:r>
            <a:r>
              <a:rPr lang="en-US" dirty="0" err="1"/>
              <a:t>scRNA</a:t>
            </a:r>
            <a:r>
              <a:rPr lang="en-US" dirty="0"/>
              <a:t>-seq</a:t>
            </a:r>
          </a:p>
          <a:p>
            <a:pPr algn="ctr"/>
            <a:r>
              <a:rPr lang="en-US" dirty="0"/>
              <a:t>Peroxiredoxin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00F4AB-079D-D537-3D10-A7322DE7B453}"/>
              </a:ext>
            </a:extLst>
          </p:cNvPr>
          <p:cNvSpPr txBox="1"/>
          <p:nvPr/>
        </p:nvSpPr>
        <p:spPr>
          <a:xfrm>
            <a:off x="1233300" y="6437474"/>
            <a:ext cx="15040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SUM159PT</a:t>
            </a:r>
          </a:p>
          <a:p>
            <a:pPr algn="ctr"/>
            <a:r>
              <a:rPr lang="en-US" dirty="0"/>
              <a:t>BH4 pathway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22C77A-DCF0-D0E0-5003-044DE7ACC9A4}"/>
              </a:ext>
            </a:extLst>
          </p:cNvPr>
          <p:cNvSpPr txBox="1"/>
          <p:nvPr/>
        </p:nvSpPr>
        <p:spPr>
          <a:xfrm>
            <a:off x="3671051" y="6205411"/>
            <a:ext cx="2422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SUM159PT</a:t>
            </a:r>
          </a:p>
          <a:p>
            <a:pPr algn="ctr"/>
            <a:r>
              <a:rPr lang="en-US" dirty="0"/>
              <a:t>7 genes</a:t>
            </a:r>
          </a:p>
          <a:p>
            <a:pPr algn="ctr"/>
            <a:r>
              <a:rPr lang="en-US"/>
              <a:t>(compact </a:t>
            </a:r>
            <a:r>
              <a:rPr lang="en-US" dirty="0"/>
              <a:t>heatmap)</a:t>
            </a:r>
          </a:p>
        </p:txBody>
      </p:sp>
    </p:spTree>
    <p:extLst>
      <p:ext uri="{BB962C8B-B14F-4D97-AF65-F5344CB8AC3E}">
        <p14:creationId xmlns:p14="http://schemas.microsoft.com/office/powerpoint/2010/main" val="3841485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33</Words>
  <Application>Microsoft Macintosh PowerPoint</Application>
  <PresentationFormat>Letter Paper (8.5x11 in)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Whitney Henry</cp:lastModifiedBy>
  <cp:revision>14</cp:revision>
  <dcterms:created xsi:type="dcterms:W3CDTF">2026-08-14T15:18:32Z</dcterms:created>
  <dcterms:modified xsi:type="dcterms:W3CDTF">2026-08-23T23:24:08Z</dcterms:modified>
</cp:coreProperties>
</file>