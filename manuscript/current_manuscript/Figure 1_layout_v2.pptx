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59"/>
  </p:normalViewPr>
  <p:slideViewPr>
    <p:cSldViewPr snapToGrid="0">
      <p:cViewPr varScale="1">
        <p:scale>
          <a:sx n="75" d="100"/>
          <a:sy n="75" d="100"/>
        </p:scale>
        <p:origin x="2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B1F7CE-71B5-F8F9-70B6-8EADFE967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261" y="495793"/>
            <a:ext cx="1615874" cy="16158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CF42FE-728A-5327-FBE6-94400E4C7E68}"/>
              </a:ext>
            </a:extLst>
          </p:cNvPr>
          <p:cNvSpPr/>
          <p:nvPr/>
        </p:nvSpPr>
        <p:spPr>
          <a:xfrm>
            <a:off x="309966" y="398352"/>
            <a:ext cx="2727702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25909-9554-4A3E-ED24-F83FAE02D43E}"/>
              </a:ext>
            </a:extLst>
          </p:cNvPr>
          <p:cNvSpPr/>
          <p:nvPr/>
        </p:nvSpPr>
        <p:spPr>
          <a:xfrm>
            <a:off x="3112576" y="400372"/>
            <a:ext cx="1598909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F4A8A-7E42-3619-F392-37C6448F8F3A}"/>
              </a:ext>
            </a:extLst>
          </p:cNvPr>
          <p:cNvSpPr txBox="1"/>
          <p:nvPr/>
        </p:nvSpPr>
        <p:spPr>
          <a:xfrm>
            <a:off x="301866" y="4035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AFE55-551B-B820-E004-4CDF6D9BDFD2}"/>
              </a:ext>
            </a:extLst>
          </p:cNvPr>
          <p:cNvSpPr/>
          <p:nvPr/>
        </p:nvSpPr>
        <p:spPr>
          <a:xfrm>
            <a:off x="4783810" y="397789"/>
            <a:ext cx="1771973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18416-0354-7E19-BC8F-E127F9982D8A}"/>
              </a:ext>
            </a:extLst>
          </p:cNvPr>
          <p:cNvSpPr txBox="1"/>
          <p:nvPr/>
        </p:nvSpPr>
        <p:spPr>
          <a:xfrm>
            <a:off x="3070718" y="33109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6A09F-B1F8-585B-1FBD-CD5C123F9BFA}"/>
              </a:ext>
            </a:extLst>
          </p:cNvPr>
          <p:cNvSpPr txBox="1"/>
          <p:nvPr/>
        </p:nvSpPr>
        <p:spPr>
          <a:xfrm>
            <a:off x="4745609" y="3310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F2DB3-F1D5-07D8-9483-E0188AAF2034}"/>
              </a:ext>
            </a:extLst>
          </p:cNvPr>
          <p:cNvSpPr/>
          <p:nvPr/>
        </p:nvSpPr>
        <p:spPr>
          <a:xfrm>
            <a:off x="308758" y="2326543"/>
            <a:ext cx="3163312" cy="1734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C41493-4835-DD8A-F70E-4F40F150AB80}"/>
              </a:ext>
            </a:extLst>
          </p:cNvPr>
          <p:cNvSpPr/>
          <p:nvPr/>
        </p:nvSpPr>
        <p:spPr>
          <a:xfrm>
            <a:off x="3530244" y="2319917"/>
            <a:ext cx="3042834" cy="17295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9DB6A-7706-7E5E-0395-B52A96A0C25D}"/>
              </a:ext>
            </a:extLst>
          </p:cNvPr>
          <p:cNvSpPr/>
          <p:nvPr/>
        </p:nvSpPr>
        <p:spPr>
          <a:xfrm>
            <a:off x="308758" y="5935625"/>
            <a:ext cx="2661459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B24E0C-68EA-5ABB-9BD2-79D690F56CA0}"/>
              </a:ext>
            </a:extLst>
          </p:cNvPr>
          <p:cNvSpPr/>
          <p:nvPr/>
        </p:nvSpPr>
        <p:spPr>
          <a:xfrm>
            <a:off x="3040082" y="5952750"/>
            <a:ext cx="3550723" cy="182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20973-DAFB-D06F-9C3D-9E87538CA723}"/>
              </a:ext>
            </a:extLst>
          </p:cNvPr>
          <p:cNvSpPr/>
          <p:nvPr/>
        </p:nvSpPr>
        <p:spPr>
          <a:xfrm>
            <a:off x="296884" y="7825839"/>
            <a:ext cx="6293922" cy="11637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C840-8F4D-2727-BD27-CC4DED232DE5}"/>
              </a:ext>
            </a:extLst>
          </p:cNvPr>
          <p:cNvSpPr txBox="1"/>
          <p:nvPr/>
        </p:nvSpPr>
        <p:spPr>
          <a:xfrm>
            <a:off x="0" y="0"/>
            <a:ext cx="65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55D51-97B3-BE4A-3B0F-20BC79FE1370}"/>
              </a:ext>
            </a:extLst>
          </p:cNvPr>
          <p:cNvSpPr/>
          <p:nvPr/>
        </p:nvSpPr>
        <p:spPr>
          <a:xfrm>
            <a:off x="296883" y="4141491"/>
            <a:ext cx="3185083" cy="17130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3D986D-FA45-1238-4FAB-905092D0401A}"/>
              </a:ext>
            </a:extLst>
          </p:cNvPr>
          <p:cNvSpPr/>
          <p:nvPr/>
        </p:nvSpPr>
        <p:spPr>
          <a:xfrm>
            <a:off x="3540140" y="4134865"/>
            <a:ext cx="3042834" cy="17077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F2F57C-11E3-FAF5-410E-A31E4F15C574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0" y="8105765"/>
            <a:ext cx="5280132" cy="548640"/>
            <a:chOff x="748145" y="8083136"/>
            <a:chExt cx="5066806" cy="52647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7E2E93-9B54-CDE8-45AA-8359ED05D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8145" y="808709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B2CA19-490A-C8D8-AA16-9693B73E6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9313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10B8CB6-7031-5F1B-1A1B-3CAEE09B2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337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90A27A-C8F5-C793-6977-A806F6EB53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23112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68CEFF-D50D-5B9F-AD53-4FBD35F12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4280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8DF67A-9BB0-3427-F599-AE2F01F852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304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ACE6C0-6FDE-2E6F-113B-D699BF5DFB3A}"/>
              </a:ext>
            </a:extLst>
          </p:cNvPr>
          <p:cNvCxnSpPr/>
          <p:nvPr/>
        </p:nvCxnSpPr>
        <p:spPr>
          <a:xfrm>
            <a:off x="1133991" y="803309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8E422A-DF1E-3008-44C8-AAB6F5BACCDE}"/>
              </a:ext>
            </a:extLst>
          </p:cNvPr>
          <p:cNvCxnSpPr/>
          <p:nvPr/>
        </p:nvCxnSpPr>
        <p:spPr>
          <a:xfrm>
            <a:off x="3827710" y="803111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C3209A-AA0C-4150-AE80-C2FD34D4063E}"/>
              </a:ext>
            </a:extLst>
          </p:cNvPr>
          <p:cNvSpPr txBox="1"/>
          <p:nvPr/>
        </p:nvSpPr>
        <p:spPr>
          <a:xfrm>
            <a:off x="2098508" y="7798206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E4933-EF0E-1383-AD45-96D38376B766}"/>
              </a:ext>
            </a:extLst>
          </p:cNvPr>
          <p:cNvSpPr txBox="1"/>
          <p:nvPr/>
        </p:nvSpPr>
        <p:spPr>
          <a:xfrm>
            <a:off x="4753885" y="7780125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NT2.5-LM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983AD0-A4AB-7B24-804B-18DEE107FA2D}"/>
              </a:ext>
            </a:extLst>
          </p:cNvPr>
          <p:cNvSpPr txBox="1"/>
          <p:nvPr/>
        </p:nvSpPr>
        <p:spPr>
          <a:xfrm>
            <a:off x="278969" y="8586061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ML210</a:t>
            </a:r>
          </a:p>
          <a:p>
            <a:r>
              <a:rPr lang="en-US" sz="1000" dirty="0"/>
              <a:t>Liproxstatin-1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6699A6-5CC1-1851-B05F-A732E3938B2D}"/>
              </a:ext>
            </a:extLst>
          </p:cNvPr>
          <p:cNvGrpSpPr/>
          <p:nvPr/>
        </p:nvGrpSpPr>
        <p:grpSpPr>
          <a:xfrm>
            <a:off x="1356065" y="8523820"/>
            <a:ext cx="2131380" cy="534258"/>
            <a:chOff x="1356065" y="8523820"/>
            <a:chExt cx="2131380" cy="53425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4DEF76-50EA-9E5F-BB96-40D485F381BD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709198-87B0-99BE-08D9-DAF26808E84C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ED9789-EA7D-8762-0082-786C34587050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335331-4596-A639-4D79-66A40C015599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9917499-BE21-D287-B9CF-E2353F4F9C6D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2988DC-8509-7145-2907-8AA23284A9B6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14D41D-0FA5-87D0-94E3-1F3227FD71A7}"/>
              </a:ext>
            </a:extLst>
          </p:cNvPr>
          <p:cNvGrpSpPr/>
          <p:nvPr/>
        </p:nvGrpSpPr>
        <p:grpSpPr>
          <a:xfrm>
            <a:off x="4038723" y="8519645"/>
            <a:ext cx="2131380" cy="534258"/>
            <a:chOff x="1356065" y="8523820"/>
            <a:chExt cx="2131380" cy="5342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0E28AC-E8A5-823E-9B80-D8090B2AAAAC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41DF67-A280-3499-0F47-5FBB4EC16A38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0342140-E1DB-D8DE-F5B5-DAABD029A951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4146260-E720-3112-F050-7FC10C39DC6D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0865C-5DB3-9216-FB60-864907AB4B1B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E4E9E1-9346-08A9-CCE0-F9FBE7D5AF67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F79C9F6-CE90-3077-A42B-3E89B184CFA5}"/>
              </a:ext>
            </a:extLst>
          </p:cNvPr>
          <p:cNvSpPr txBox="1"/>
          <p:nvPr/>
        </p:nvSpPr>
        <p:spPr>
          <a:xfrm>
            <a:off x="316243" y="23502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8063F-3273-4E88-C518-202E0DDBDEE6}"/>
              </a:ext>
            </a:extLst>
          </p:cNvPr>
          <p:cNvSpPr txBox="1"/>
          <p:nvPr/>
        </p:nvSpPr>
        <p:spPr>
          <a:xfrm>
            <a:off x="3531021" y="2330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79C26-AB80-AEFF-A839-2F127520FD89}"/>
              </a:ext>
            </a:extLst>
          </p:cNvPr>
          <p:cNvSpPr txBox="1"/>
          <p:nvPr/>
        </p:nvSpPr>
        <p:spPr>
          <a:xfrm>
            <a:off x="304741" y="41502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39A5F-A48F-68D7-B748-85757E26EE2C}"/>
              </a:ext>
            </a:extLst>
          </p:cNvPr>
          <p:cNvSpPr txBox="1"/>
          <p:nvPr/>
        </p:nvSpPr>
        <p:spPr>
          <a:xfrm>
            <a:off x="3531021" y="412438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73A35-D670-443C-9ECD-D5E5F0F15551}"/>
              </a:ext>
            </a:extLst>
          </p:cNvPr>
          <p:cNvSpPr txBox="1"/>
          <p:nvPr/>
        </p:nvSpPr>
        <p:spPr>
          <a:xfrm>
            <a:off x="330620" y="59359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2E325-979D-C899-5D4B-5ACC1AD38997}"/>
              </a:ext>
            </a:extLst>
          </p:cNvPr>
          <p:cNvSpPr txBox="1"/>
          <p:nvPr/>
        </p:nvSpPr>
        <p:spPr>
          <a:xfrm>
            <a:off x="3039314" y="592730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7B2C27-2113-A662-F1AA-B8F556D79867}"/>
              </a:ext>
            </a:extLst>
          </p:cNvPr>
          <p:cNvSpPr txBox="1"/>
          <p:nvPr/>
        </p:nvSpPr>
        <p:spPr>
          <a:xfrm>
            <a:off x="287488" y="780786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4A6852-0AE4-E125-9E00-5A28F19C306F}"/>
              </a:ext>
            </a:extLst>
          </p:cNvPr>
          <p:cNvSpPr txBox="1"/>
          <p:nvPr/>
        </p:nvSpPr>
        <p:spPr>
          <a:xfrm>
            <a:off x="974786" y="3010619"/>
            <a:ext cx="17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Lapatinib - CTG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A3ABB2-5599-DB16-1B5A-FF93690DC646}"/>
              </a:ext>
            </a:extLst>
          </p:cNvPr>
          <p:cNvSpPr txBox="1"/>
          <p:nvPr/>
        </p:nvSpPr>
        <p:spPr>
          <a:xfrm>
            <a:off x="4344839" y="2981864"/>
            <a:ext cx="169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Tucatinib - CTG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E8E7D-C9CE-AF4A-D3FE-489E52A085AA}"/>
              </a:ext>
            </a:extLst>
          </p:cNvPr>
          <p:cNvSpPr txBox="1"/>
          <p:nvPr/>
        </p:nvSpPr>
        <p:spPr>
          <a:xfrm>
            <a:off x="821512" y="4763593"/>
            <a:ext cx="2090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ML210 – </a:t>
            </a:r>
            <a:r>
              <a:rPr lang="en-US" sz="1400" dirty="0" err="1"/>
              <a:t>sytox</a:t>
            </a:r>
            <a:r>
              <a:rPr lang="en-US" sz="1400" dirty="0"/>
              <a:t> green </a:t>
            </a:r>
          </a:p>
          <a:p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41690E-FEF1-51F2-68C0-0C72542FB07A}"/>
              </a:ext>
            </a:extLst>
          </p:cNvPr>
          <p:cNvSpPr txBox="1"/>
          <p:nvPr/>
        </p:nvSpPr>
        <p:spPr>
          <a:xfrm>
            <a:off x="4106864" y="4690082"/>
            <a:ext cx="219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ML162 - </a:t>
            </a:r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  <a:p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130D8B-3D5B-AC95-D7B2-5A3F85A648F8}"/>
              </a:ext>
            </a:extLst>
          </p:cNvPr>
          <p:cNvSpPr txBox="1"/>
          <p:nvPr/>
        </p:nvSpPr>
        <p:spPr>
          <a:xfrm>
            <a:off x="831013" y="6558951"/>
            <a:ext cx="16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Sytox</a:t>
            </a:r>
            <a:r>
              <a:rPr lang="en-US" sz="1200" dirty="0"/>
              <a:t> green with cell death inhibitors (box plot, use endpoint)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043B100-8BC3-9440-804D-57155866315A}"/>
              </a:ext>
            </a:extLst>
          </p:cNvPr>
          <p:cNvSpPr/>
          <p:nvPr/>
        </p:nvSpPr>
        <p:spPr>
          <a:xfrm>
            <a:off x="3485072" y="6185140"/>
            <a:ext cx="1250829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Histogram for lipid peroxidation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A509D0-00F6-8C28-85AC-C11ABC39EF96}"/>
              </a:ext>
            </a:extLst>
          </p:cNvPr>
          <p:cNvSpPr/>
          <p:nvPr/>
        </p:nvSpPr>
        <p:spPr>
          <a:xfrm>
            <a:off x="5003322" y="6182264"/>
            <a:ext cx="1308338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Quantification here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(box plot)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C196A4-1243-F34A-94A9-515A8F9C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019" y="628018"/>
            <a:ext cx="1483649" cy="14836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B486A8-B117-57BD-3DB8-B8A4817B1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13" y="758564"/>
            <a:ext cx="2672704" cy="118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1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92</Words>
  <Application>Microsoft Office PowerPoint</Application>
  <PresentationFormat>Letter Paper (8.5x11 in)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8</cp:revision>
  <dcterms:created xsi:type="dcterms:W3CDTF">2026-08-14T15:18:32Z</dcterms:created>
  <dcterms:modified xsi:type="dcterms:W3CDTF">2026-09-02T00:33:03Z</dcterms:modified>
</cp:coreProperties>
</file>