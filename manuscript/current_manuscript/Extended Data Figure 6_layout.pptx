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>
        <p:scale>
          <a:sx n="207" d="100"/>
          <a:sy n="207" d="100"/>
        </p:scale>
        <p:origin x="-432" y="-2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11992-D498-274A-8C6A-4019503D316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881AF-0EFD-D04D-9C4D-C0105312B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2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881AF-0EFD-D04D-9C4D-C0105312B1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4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A39B-01C4-9538-990E-93108A8E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C08CE09D-0845-9090-1810-932A7C073A32}"/>
              </a:ext>
            </a:extLst>
          </p:cNvPr>
          <p:cNvSpPr txBox="1"/>
          <p:nvPr/>
        </p:nvSpPr>
        <p:spPr>
          <a:xfrm>
            <a:off x="0" y="0"/>
            <a:ext cx="218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Fig. 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B26F4D-4E0F-99C0-71F8-C20C11B20F72}"/>
              </a:ext>
            </a:extLst>
          </p:cNvPr>
          <p:cNvSpPr/>
          <p:nvPr/>
        </p:nvSpPr>
        <p:spPr>
          <a:xfrm>
            <a:off x="846667" y="2664178"/>
            <a:ext cx="1603023" cy="1512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70313-3233-01B2-A4D9-85BDBD36D96E}"/>
              </a:ext>
            </a:extLst>
          </p:cNvPr>
          <p:cNvSpPr/>
          <p:nvPr/>
        </p:nvSpPr>
        <p:spPr>
          <a:xfrm>
            <a:off x="2568222" y="2647245"/>
            <a:ext cx="1603023" cy="1512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A9D7F-A97A-2B51-3D70-0310142FCE6E}"/>
              </a:ext>
            </a:extLst>
          </p:cNvPr>
          <p:cNvSpPr/>
          <p:nvPr/>
        </p:nvSpPr>
        <p:spPr>
          <a:xfrm>
            <a:off x="4261556" y="2647245"/>
            <a:ext cx="1603023" cy="1512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3EF133-ED09-95BD-766D-58361647AE98}"/>
              </a:ext>
            </a:extLst>
          </p:cNvPr>
          <p:cNvSpPr/>
          <p:nvPr/>
        </p:nvSpPr>
        <p:spPr>
          <a:xfrm>
            <a:off x="829733" y="835378"/>
            <a:ext cx="5063067" cy="172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F81932-8FAB-DECE-AD23-7E923A3E9B69}"/>
              </a:ext>
            </a:extLst>
          </p:cNvPr>
          <p:cNvSpPr txBox="1"/>
          <p:nvPr/>
        </p:nvSpPr>
        <p:spPr>
          <a:xfrm>
            <a:off x="827399" y="261766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DD257B-59D8-6C87-99FA-00A4DFD55BDD}"/>
              </a:ext>
            </a:extLst>
          </p:cNvPr>
          <p:cNvSpPr txBox="1"/>
          <p:nvPr/>
        </p:nvSpPr>
        <p:spPr>
          <a:xfrm>
            <a:off x="2572116" y="26281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74FA1-6C61-7FC2-C848-8F16395AD0DD}"/>
              </a:ext>
            </a:extLst>
          </p:cNvPr>
          <p:cNvSpPr txBox="1"/>
          <p:nvPr/>
        </p:nvSpPr>
        <p:spPr>
          <a:xfrm>
            <a:off x="4197681" y="262817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A0CAA-D7D5-210C-05A4-9D431AAB64CD}"/>
              </a:ext>
            </a:extLst>
          </p:cNvPr>
          <p:cNvSpPr txBox="1"/>
          <p:nvPr/>
        </p:nvSpPr>
        <p:spPr>
          <a:xfrm>
            <a:off x="1046763" y="2665413"/>
            <a:ext cx="1334777" cy="329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sz="1000" dirty="0"/>
              <a:t>PDAC mouse </a:t>
            </a:r>
          </a:p>
          <a:p>
            <a:pPr algn="ctr">
              <a:lnSpc>
                <a:spcPts val="900"/>
              </a:lnSpc>
            </a:pPr>
            <a:r>
              <a:rPr lang="en-US" sz="1000" dirty="0"/>
              <a:t>Gch1 expression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025167-F7D1-E1D4-2E9C-DE51B6381A53}"/>
              </a:ext>
            </a:extLst>
          </p:cNvPr>
          <p:cNvSpPr txBox="1"/>
          <p:nvPr/>
        </p:nvSpPr>
        <p:spPr>
          <a:xfrm>
            <a:off x="2790271" y="2665413"/>
            <a:ext cx="1313793" cy="329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sz="1000" dirty="0"/>
              <a:t>PDAC mouse</a:t>
            </a:r>
          </a:p>
          <a:p>
            <a:pPr algn="ctr">
              <a:lnSpc>
                <a:spcPts val="900"/>
              </a:lnSpc>
            </a:pPr>
            <a:r>
              <a:rPr lang="en-US" sz="1000" dirty="0"/>
              <a:t>Pts expression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3DCAC1-612C-AC68-947E-59C65131E918}"/>
              </a:ext>
            </a:extLst>
          </p:cNvPr>
          <p:cNvSpPr txBox="1"/>
          <p:nvPr/>
        </p:nvSpPr>
        <p:spPr>
          <a:xfrm>
            <a:off x="4360588" y="2665413"/>
            <a:ext cx="167122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1000" dirty="0"/>
              <a:t>Human primary PDAC </a:t>
            </a:r>
            <a:r>
              <a:rPr lang="en-US" sz="1000" dirty="0" err="1"/>
              <a:t>scRNA</a:t>
            </a:r>
            <a:r>
              <a:rPr lang="en-US" sz="1000" dirty="0"/>
              <a:t>-seq </a:t>
            </a:r>
            <a:r>
              <a:rPr lang="en-US" sz="800" dirty="0"/>
              <a:t>(Cohort 2 – </a:t>
            </a:r>
          </a:p>
          <a:p>
            <a:pPr>
              <a:lnSpc>
                <a:spcPts val="900"/>
              </a:lnSpc>
            </a:pPr>
            <a:r>
              <a:rPr lang="en-US" sz="800" dirty="0"/>
              <a:t>Lin et al 2020; PMID 32988401)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25B0322-AC1B-E10A-224F-ACD4D16D2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36" y="963056"/>
            <a:ext cx="4550105" cy="157628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AC7C6E2-CE22-9EB0-0E18-40291926465F}"/>
              </a:ext>
            </a:extLst>
          </p:cNvPr>
          <p:cNvSpPr txBox="1"/>
          <p:nvPr/>
        </p:nvSpPr>
        <p:spPr>
          <a:xfrm>
            <a:off x="832654" y="7625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4A73B-2E04-5023-2CF6-2F1DD0A1F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9" y="3069394"/>
            <a:ext cx="1573822" cy="10764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3D2A9B-CC82-E2F6-E0F8-7BFF1B5F8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109" y="3070138"/>
            <a:ext cx="1572062" cy="1066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87B1B9-1F48-1124-130F-CAE1F79CC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893" y="3070138"/>
            <a:ext cx="1490348" cy="1079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046524-0C33-AD59-4AB3-414C5450D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0130" y="1751199"/>
            <a:ext cx="307260" cy="76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8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34</Words>
  <Application>Microsoft Macintosh PowerPoint</Application>
  <PresentationFormat>Letter Paper (8.5x11 in)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Evelyn Tong</cp:lastModifiedBy>
  <cp:revision>18</cp:revision>
  <dcterms:created xsi:type="dcterms:W3CDTF">2026-08-14T15:18:32Z</dcterms:created>
  <dcterms:modified xsi:type="dcterms:W3CDTF">2026-09-16T23:47:14Z</dcterms:modified>
</cp:coreProperties>
</file>