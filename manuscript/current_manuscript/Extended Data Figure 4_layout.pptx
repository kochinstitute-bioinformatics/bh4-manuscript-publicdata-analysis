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>
        <p:scale>
          <a:sx n="201" d="100"/>
          <a:sy n="201" d="100"/>
        </p:scale>
        <p:origin x="192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11992-D498-274A-8C6A-4019503D316F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881AF-0EFD-D04D-9C4D-C0105312B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2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881AF-0EFD-D04D-9C4D-C0105312B1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4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A39B-01C4-9538-990E-93108A8E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C08CE09D-0845-9090-1810-932A7C073A32}"/>
              </a:ext>
            </a:extLst>
          </p:cNvPr>
          <p:cNvSpPr txBox="1"/>
          <p:nvPr/>
        </p:nvSpPr>
        <p:spPr>
          <a:xfrm>
            <a:off x="0" y="0"/>
            <a:ext cx="218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Fig.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B26F4D-4E0F-99C0-71F8-C20C11B20F72}"/>
              </a:ext>
            </a:extLst>
          </p:cNvPr>
          <p:cNvSpPr/>
          <p:nvPr/>
        </p:nvSpPr>
        <p:spPr>
          <a:xfrm>
            <a:off x="846667" y="739665"/>
            <a:ext cx="1848753" cy="1512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70313-3233-01B2-A4D9-85BDBD36D96E}"/>
              </a:ext>
            </a:extLst>
          </p:cNvPr>
          <p:cNvSpPr/>
          <p:nvPr/>
        </p:nvSpPr>
        <p:spPr>
          <a:xfrm>
            <a:off x="2769104" y="722732"/>
            <a:ext cx="1112943" cy="1512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A9D7F-A97A-2B51-3D70-0310142FCE6E}"/>
              </a:ext>
            </a:extLst>
          </p:cNvPr>
          <p:cNvSpPr/>
          <p:nvPr/>
        </p:nvSpPr>
        <p:spPr>
          <a:xfrm>
            <a:off x="3983058" y="722732"/>
            <a:ext cx="2047543" cy="1512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F81932-8FAB-DECE-AD23-7E923A3E9B69}"/>
              </a:ext>
            </a:extLst>
          </p:cNvPr>
          <p:cNvSpPr txBox="1"/>
          <p:nvPr/>
        </p:nvSpPr>
        <p:spPr>
          <a:xfrm>
            <a:off x="827399" y="6931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DD257B-59D8-6C87-99FA-00A4DFD55BDD}"/>
              </a:ext>
            </a:extLst>
          </p:cNvPr>
          <p:cNvSpPr txBox="1"/>
          <p:nvPr/>
        </p:nvSpPr>
        <p:spPr>
          <a:xfrm>
            <a:off x="2769103" y="70365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74FA1-6C61-7FC2-C848-8F16395AD0DD}"/>
              </a:ext>
            </a:extLst>
          </p:cNvPr>
          <p:cNvSpPr txBox="1"/>
          <p:nvPr/>
        </p:nvSpPr>
        <p:spPr>
          <a:xfrm>
            <a:off x="3956466" y="6946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A0CAA-D7D5-210C-05A4-9D431AAB64CD}"/>
              </a:ext>
            </a:extLst>
          </p:cNvPr>
          <p:cNvSpPr txBox="1"/>
          <p:nvPr/>
        </p:nvSpPr>
        <p:spPr>
          <a:xfrm>
            <a:off x="978400" y="796815"/>
            <a:ext cx="1534873" cy="214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900"/>
              </a:lnSpc>
            </a:pPr>
            <a:r>
              <a:rPr lang="en-US" sz="900" dirty="0"/>
              <a:t>CD133+/- cell line pairs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025167-F7D1-E1D4-2E9C-DE51B6381A53}"/>
              </a:ext>
            </a:extLst>
          </p:cNvPr>
          <p:cNvSpPr txBox="1"/>
          <p:nvPr/>
        </p:nvSpPr>
        <p:spPr>
          <a:xfrm>
            <a:off x="2714688" y="771415"/>
            <a:ext cx="1365825" cy="281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sz="900" dirty="0" err="1"/>
              <a:t>Subclonal</a:t>
            </a:r>
            <a:endParaRPr lang="en-US" sz="900" dirty="0"/>
          </a:p>
          <a:p>
            <a:pPr algn="ctr">
              <a:lnSpc>
                <a:spcPts val="700"/>
              </a:lnSpc>
            </a:pPr>
            <a:r>
              <a:rPr lang="en-US" sz="900" dirty="0"/>
              <a:t>SK-N-SH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3DCAC1-612C-AC68-947E-59C65131E918}"/>
              </a:ext>
            </a:extLst>
          </p:cNvPr>
          <p:cNvSpPr txBox="1"/>
          <p:nvPr/>
        </p:nvSpPr>
        <p:spPr>
          <a:xfrm>
            <a:off x="4219943" y="771415"/>
            <a:ext cx="1671228" cy="281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00"/>
              </a:lnSpc>
            </a:pPr>
            <a:r>
              <a:rPr lang="en-US" sz="900" dirty="0"/>
              <a:t>NOTCH3-IC SH-SY5Y</a:t>
            </a:r>
          </a:p>
          <a:p>
            <a:pPr>
              <a:lnSpc>
                <a:spcPts val="700"/>
              </a:lnSpc>
            </a:pPr>
            <a:r>
              <a:rPr lang="en-US" sz="900" dirty="0"/>
              <a:t>time-course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A8BFED-24BE-4964-AEA9-AFC446786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29" y="1011336"/>
            <a:ext cx="1759841" cy="1224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CB8DF4-20AB-8359-4535-8B22C425B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750" y="1024862"/>
            <a:ext cx="713455" cy="1197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621DCC-CB3B-D656-64E4-F946523FE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2208" y="1011336"/>
            <a:ext cx="1909814" cy="121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8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260</TotalTime>
  <Words>19</Words>
  <Application>Microsoft Macintosh PowerPoint</Application>
  <PresentationFormat>Letter Paper (8.5x11 in)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Evelyn Tong</cp:lastModifiedBy>
  <cp:revision>20</cp:revision>
  <dcterms:created xsi:type="dcterms:W3CDTF">2026-08-14T15:18:32Z</dcterms:created>
  <dcterms:modified xsi:type="dcterms:W3CDTF">2026-09-17T22:41:51Z</dcterms:modified>
</cp:coreProperties>
</file>