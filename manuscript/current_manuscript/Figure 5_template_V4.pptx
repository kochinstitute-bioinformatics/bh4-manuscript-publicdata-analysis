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/>
    <p:restoredTop sz="94658"/>
  </p:normalViewPr>
  <p:slideViewPr>
    <p:cSldViewPr snapToGrid="0">
      <p:cViewPr>
        <p:scale>
          <a:sx n="196" d="100"/>
          <a:sy n="196" d="100"/>
        </p:scale>
        <p:origin x="-5904" y="-3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9F5F1-F882-1343-8F53-8EE2C5464A4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0886D2-5CF7-F842-BC84-DAE23B37F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584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886D2-5CF7-F842-BC84-DAE23B37F4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637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759A7-DE45-5871-C4CB-EFE5A0CE3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8F9EA-A75B-C099-5679-7DF84B17C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0A0D2-4DD9-1D2E-440E-3A3A0E1DC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50F01-9564-740B-5E5D-DAD0F5115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4F128-BD31-D46E-E009-EC1C40EDA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86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3F55-F340-BFF9-45A1-8E8317B08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55629-CB86-7DC9-EFAD-E7E76E367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3B500-8ADF-030C-9343-3E5AD1180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9C54B-AB6B-8A60-5EE0-02AF4BE79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AF18A-BA6D-3607-4868-408FBB4A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115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24DE9-9AA2-883F-E643-D167FB3D6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33E21-3372-534B-345C-9A284966C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C2C92-9F17-9F80-EE56-3A02DFC13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25F58-89FA-F5AA-ADD2-591CC105F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2EBA5-B915-AFF9-06D9-F76147D97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68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44451-9EE0-5A36-D893-6953D340C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6C21A-07A8-BA5D-D1EC-EA925E5E89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BADFF-5B94-15AB-55D9-71A679B6A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A85FF-A150-A653-C235-8F7DA5AD7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99BEA7-4406-B8B0-9984-FB1985832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B55CF-764B-B9F2-1288-BEE75218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79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712C9-2431-DE10-4A01-8688E9B6F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BFBCD-BC02-1FD1-46DE-392FDBF96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4BF11-687E-7284-5854-C28B4B272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5546CD-67F6-1601-4F26-DFF434D1DC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FB62E6-3DEA-D102-EB2C-A9CEAEAAD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8F6C57-286A-ECA3-EC10-1BE7F5717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01E7F2-FA9A-346D-8ADF-7C1702AAF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F92D9-1B06-E7F3-28A4-A50D15070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462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B10ED-17B1-CB32-72D1-2CBE5D520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B26B5F-23AA-93DC-FD35-B1BAD55B2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09460-FB3E-5160-3843-ED26B2097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D9911-9BB2-BF3E-7A2F-D30FB2DB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15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1F4930-2C6C-D555-5306-BFE282D1F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53BD50-700E-34DF-8BAA-2B985480B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9F820-AAF4-5485-EA0A-BD638ABEE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8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DFD6B-AE8B-7B59-A410-9E3D8242F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135EE-4AE9-A5AC-6EED-51E6760B5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A54C2-9F08-87EF-A5D4-5F67DF0B8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A82CF-1501-18FB-C3AA-30F6A5BF7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57448-9899-C844-75EE-F7D7C7377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E554D-DC6E-1358-CBE5-3F0E78C0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56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436B8-84A9-2946-D16B-DFEC8535A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9DBC81-F4F6-6792-7D60-80DD064FD7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84AD8D-8336-D19D-F006-DFC20D50D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41727-52A7-96B5-560D-88B5240C7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E51C2-9CF9-793C-472E-A8E3D8F47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D9877-96FE-749D-3331-6E90D6E7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849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69CEF-3B8D-1828-9BC8-A70CCF730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69037-43C9-38EC-6A23-CFE57538B3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41952-D972-6390-5B5C-A00F9ECF5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00D40-98FE-47A4-AF6D-CDF2AD442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40B15-FE70-2140-D6D1-22E46B7C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48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F837E-5F49-E126-AE5D-39C6188BD4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8B033B-A0F1-AEE6-A578-2CECF4817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4242C-6422-A5E6-8920-CF0DA7DDE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00828-8B6F-6B9E-86EA-16E5617EE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7545B-67ED-C0F0-0C28-C698D0C43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242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EF0C50-A5B1-D2B0-49C4-506BC61B5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4D5CD-54C7-4E35-6178-98ABAC6C5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CE0DA-BBEC-5180-74B6-B1C33E50C0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B9264C-A3A2-0B43-84AD-5B51490C3FEB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BD325-0723-A85E-319B-E752D1916B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FAF0F-6284-8F33-23BF-93EE087F5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705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hyperlink" Target="https://www.cancer.gov/ccg/research/genome-sequencing/tcga" TargetMode="Externa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CD2FD-3F18-934B-1E78-D4553CD73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067556-3B68-6D88-8006-6E9AFCC1FE46}"/>
              </a:ext>
            </a:extLst>
          </p:cNvPr>
          <p:cNvSpPr/>
          <p:nvPr/>
        </p:nvSpPr>
        <p:spPr>
          <a:xfrm>
            <a:off x="1126524" y="347019"/>
            <a:ext cx="3262184" cy="2038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267255-844D-E5E1-20AE-950FD8E73B88}"/>
              </a:ext>
            </a:extLst>
          </p:cNvPr>
          <p:cNvSpPr/>
          <p:nvPr/>
        </p:nvSpPr>
        <p:spPr>
          <a:xfrm>
            <a:off x="4429897" y="347019"/>
            <a:ext cx="3171567" cy="2038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53E7CD-65D2-07FB-E26E-B788AC28E6E0}"/>
              </a:ext>
            </a:extLst>
          </p:cNvPr>
          <p:cNvSpPr/>
          <p:nvPr/>
        </p:nvSpPr>
        <p:spPr>
          <a:xfrm>
            <a:off x="7663250" y="347019"/>
            <a:ext cx="3068594" cy="20391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1723CC-7F75-9B32-2191-4508BBEF678E}"/>
              </a:ext>
            </a:extLst>
          </p:cNvPr>
          <p:cNvSpPr/>
          <p:nvPr/>
        </p:nvSpPr>
        <p:spPr>
          <a:xfrm>
            <a:off x="1126524" y="2422954"/>
            <a:ext cx="3237132" cy="1956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40CD90-A046-4D4E-F9C2-FF81D2E717CC}"/>
              </a:ext>
            </a:extLst>
          </p:cNvPr>
          <p:cNvSpPr/>
          <p:nvPr/>
        </p:nvSpPr>
        <p:spPr>
          <a:xfrm>
            <a:off x="4418688" y="2434528"/>
            <a:ext cx="3174304" cy="1956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D7980A-5D6E-5E30-D2A4-A8F53517D665}"/>
              </a:ext>
            </a:extLst>
          </p:cNvPr>
          <p:cNvSpPr/>
          <p:nvPr/>
        </p:nvSpPr>
        <p:spPr>
          <a:xfrm>
            <a:off x="7681081" y="2422954"/>
            <a:ext cx="3037076" cy="1956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F0C2B8-56FC-D93C-A0DC-374C1CCD4493}"/>
              </a:ext>
            </a:extLst>
          </p:cNvPr>
          <p:cNvSpPr/>
          <p:nvPr/>
        </p:nvSpPr>
        <p:spPr>
          <a:xfrm>
            <a:off x="1145797" y="4471047"/>
            <a:ext cx="3217859" cy="1956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534879-DF5F-ECAB-8066-9E7DE4F60853}"/>
              </a:ext>
            </a:extLst>
          </p:cNvPr>
          <p:cNvSpPr/>
          <p:nvPr/>
        </p:nvSpPr>
        <p:spPr>
          <a:xfrm>
            <a:off x="4450874" y="4471831"/>
            <a:ext cx="3165268" cy="1956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945701-FF03-AB9D-82D8-72162E356E88}"/>
              </a:ext>
            </a:extLst>
          </p:cNvPr>
          <p:cNvSpPr/>
          <p:nvPr/>
        </p:nvSpPr>
        <p:spPr>
          <a:xfrm>
            <a:off x="7685591" y="4479403"/>
            <a:ext cx="3046254" cy="19676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19F7A5-6322-AE98-CF4E-BD6FC9CF393B}"/>
              </a:ext>
            </a:extLst>
          </p:cNvPr>
          <p:cNvSpPr txBox="1"/>
          <p:nvPr/>
        </p:nvSpPr>
        <p:spPr>
          <a:xfrm>
            <a:off x="5019623" y="380973"/>
            <a:ext cx="21178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Human Breast </a:t>
            </a:r>
            <a:r>
              <a:rPr lang="en-US" sz="1200" dirty="0" err="1"/>
              <a:t>scRNA</a:t>
            </a:r>
            <a:r>
              <a:rPr lang="en-US" sz="1200" dirty="0"/>
              <a:t>-seq</a:t>
            </a:r>
          </a:p>
          <a:p>
            <a:pPr algn="ctr"/>
            <a:r>
              <a:rPr lang="en-US" sz="1000" dirty="0"/>
              <a:t>(Chen et al 2026; PMID: 41640877)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E3EB00-B38F-0AA3-5582-3CA43EA93B6E}"/>
              </a:ext>
            </a:extLst>
          </p:cNvPr>
          <p:cNvSpPr txBox="1"/>
          <p:nvPr/>
        </p:nvSpPr>
        <p:spPr>
          <a:xfrm>
            <a:off x="4419055" y="334926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7C3F17-498D-E5D2-3E27-ECA6F6AF5572}"/>
              </a:ext>
            </a:extLst>
          </p:cNvPr>
          <p:cNvSpPr txBox="1"/>
          <p:nvPr/>
        </p:nvSpPr>
        <p:spPr>
          <a:xfrm>
            <a:off x="7951382" y="382772"/>
            <a:ext cx="2481064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Human Breast TCGA bulk RNA-seq</a:t>
            </a:r>
          </a:p>
          <a:p>
            <a:pPr algn="ctr"/>
            <a:r>
              <a:rPr lang="en-US" sz="1000" dirty="0"/>
              <a:t>(</a:t>
            </a:r>
            <a:r>
              <a:rPr lang="en-US" sz="1000" u="sng" dirty="0">
                <a:hlinkClick r:id="rId3"/>
              </a:rPr>
              <a:t>https://www.cancer.gov/tcga</a:t>
            </a:r>
            <a:r>
              <a:rPr lang="en-US" sz="1000" dirty="0"/>
              <a:t>)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2D75901-3A3A-A196-C349-BE060A844158}"/>
              </a:ext>
            </a:extLst>
          </p:cNvPr>
          <p:cNvSpPr txBox="1"/>
          <p:nvPr/>
        </p:nvSpPr>
        <p:spPr>
          <a:xfrm>
            <a:off x="7959257" y="4467596"/>
            <a:ext cx="28520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Human neuroblastoma bulk</a:t>
            </a:r>
          </a:p>
          <a:p>
            <a:pPr algn="ctr"/>
            <a:r>
              <a:rPr lang="en-US" sz="1000" dirty="0"/>
              <a:t>(Cohort 2 – Beale et al 2025 / Treehouse dataset)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083F690-CA5C-C508-62AA-F289F8F3B0D5}"/>
              </a:ext>
            </a:extLst>
          </p:cNvPr>
          <p:cNvSpPr txBox="1"/>
          <p:nvPr/>
        </p:nvSpPr>
        <p:spPr>
          <a:xfrm>
            <a:off x="4809609" y="4467596"/>
            <a:ext cx="26180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Human neuroblastoma bulk</a:t>
            </a:r>
          </a:p>
          <a:p>
            <a:pPr algn="ctr"/>
            <a:r>
              <a:rPr lang="en-US" sz="1000" dirty="0"/>
              <a:t>(Cohort 1 – Su et al 2015 / SEQC NB dataset)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EB5AF74-D6A1-0532-F625-C1E4804EB95B}"/>
              </a:ext>
            </a:extLst>
          </p:cNvPr>
          <p:cNvSpPr txBox="1"/>
          <p:nvPr/>
        </p:nvSpPr>
        <p:spPr>
          <a:xfrm>
            <a:off x="1165388" y="4507352"/>
            <a:ext cx="32832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Human melanoma TCGA bulk</a:t>
            </a:r>
          </a:p>
          <a:p>
            <a:pPr algn="ctr"/>
            <a:r>
              <a:rPr lang="en-US" sz="1000" dirty="0"/>
              <a:t>(using 4-state trajectory from Tsoi 2018;PMID 29657129)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AC8F9A89-9B8A-5561-6EC0-EF23B03F1735}"/>
              </a:ext>
            </a:extLst>
          </p:cNvPr>
          <p:cNvCxnSpPr/>
          <p:nvPr/>
        </p:nvCxnSpPr>
        <p:spPr>
          <a:xfrm>
            <a:off x="1691149" y="1130710"/>
            <a:ext cx="22909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BF585B6E-FBB9-063B-979B-B262EA7E0E5C}"/>
              </a:ext>
            </a:extLst>
          </p:cNvPr>
          <p:cNvSpPr txBox="1"/>
          <p:nvPr/>
        </p:nvSpPr>
        <p:spPr>
          <a:xfrm>
            <a:off x="1268418" y="678427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Differentiated </a:t>
            </a:r>
          </a:p>
          <a:p>
            <a:pPr algn="ctr"/>
            <a:r>
              <a:rPr lang="en-US" sz="900" dirty="0"/>
              <a:t>state(s)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FF68E14-0A76-570F-52FF-DB05399F5022}"/>
              </a:ext>
            </a:extLst>
          </p:cNvPr>
          <p:cNvSpPr txBox="1"/>
          <p:nvPr/>
        </p:nvSpPr>
        <p:spPr>
          <a:xfrm>
            <a:off x="2074895" y="575189"/>
            <a:ext cx="123783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Intermediate</a:t>
            </a:r>
          </a:p>
          <a:p>
            <a:pPr algn="ctr"/>
            <a:r>
              <a:rPr lang="en-US" sz="900" dirty="0"/>
              <a:t>Plasticity associated </a:t>
            </a:r>
          </a:p>
          <a:p>
            <a:pPr algn="ctr"/>
            <a:r>
              <a:rPr lang="en-US" sz="900" dirty="0"/>
              <a:t>state(s)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ED3A06B-DB3F-2D2B-BBE8-AA32FAA94424}"/>
              </a:ext>
            </a:extLst>
          </p:cNvPr>
          <p:cNvSpPr txBox="1"/>
          <p:nvPr/>
        </p:nvSpPr>
        <p:spPr>
          <a:xfrm>
            <a:off x="3209101" y="596417"/>
            <a:ext cx="110639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Dedifferentiated /</a:t>
            </a:r>
          </a:p>
          <a:p>
            <a:pPr algn="ctr"/>
            <a:r>
              <a:rPr lang="en-US" sz="900" dirty="0"/>
              <a:t>mesenchymal-like</a:t>
            </a:r>
          </a:p>
          <a:p>
            <a:pPr algn="ctr"/>
            <a:r>
              <a:rPr lang="en-US" sz="900" dirty="0"/>
              <a:t>state(s)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3A6D2B7-58FE-97E0-CA56-400053079469}"/>
              </a:ext>
            </a:extLst>
          </p:cNvPr>
          <p:cNvSpPr txBox="1"/>
          <p:nvPr/>
        </p:nvSpPr>
        <p:spPr>
          <a:xfrm>
            <a:off x="1801502" y="1258528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BH4 pathway transcriptional score</a:t>
            </a:r>
          </a:p>
          <a:p>
            <a:pPr algn="ctr"/>
            <a:r>
              <a:rPr lang="en-US" sz="800" dirty="0"/>
              <a:t>(de novo synthesis &amp; recycling genes)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01E7AB3-673A-5E75-D7A9-51EEE04CEBA1}"/>
              </a:ext>
            </a:extLst>
          </p:cNvPr>
          <p:cNvSpPr txBox="1"/>
          <p:nvPr/>
        </p:nvSpPr>
        <p:spPr>
          <a:xfrm>
            <a:off x="1348149" y="1700980"/>
            <a:ext cx="2909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Human </a:t>
            </a:r>
            <a:r>
              <a:rPr lang="en-US" sz="900" dirty="0" err="1"/>
              <a:t>scRNA</a:t>
            </a:r>
            <a:r>
              <a:rPr lang="en-US" sz="900" dirty="0"/>
              <a:t>-seq &amp; bulk transcriptomic data analysis</a:t>
            </a:r>
          </a:p>
          <a:p>
            <a:pPr algn="ctr"/>
            <a:r>
              <a:rPr lang="en-US" sz="900" dirty="0"/>
              <a:t>Breast | PDAC | Melanoma | Neuroblastoma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7F9C139E-439E-32AC-584B-8ED1842F75A9}"/>
              </a:ext>
            </a:extLst>
          </p:cNvPr>
          <p:cNvSpPr/>
          <p:nvPr/>
        </p:nvSpPr>
        <p:spPr>
          <a:xfrm>
            <a:off x="1396181" y="1710813"/>
            <a:ext cx="2831690" cy="383458"/>
          </a:xfrm>
          <a:prstGeom prst="rect">
            <a:avLst/>
          </a:prstGeom>
          <a:noFill/>
          <a:ln w="952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BCA700C-EECA-9F1B-D292-37AD7E0DEBCF}"/>
              </a:ext>
            </a:extLst>
          </p:cNvPr>
          <p:cNvSpPr txBox="1"/>
          <p:nvPr/>
        </p:nvSpPr>
        <p:spPr>
          <a:xfrm>
            <a:off x="1133988" y="351859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AA5AB039-2D88-9AB8-B348-C9A2D24C42A4}"/>
              </a:ext>
            </a:extLst>
          </p:cNvPr>
          <p:cNvSpPr txBox="1"/>
          <p:nvPr/>
        </p:nvSpPr>
        <p:spPr>
          <a:xfrm>
            <a:off x="7636388" y="31799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9295C23-6C72-07F7-6E39-D0DDA51A5B16}"/>
              </a:ext>
            </a:extLst>
          </p:cNvPr>
          <p:cNvSpPr txBox="1"/>
          <p:nvPr/>
        </p:nvSpPr>
        <p:spPr>
          <a:xfrm>
            <a:off x="1117055" y="240926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947DC04-17EA-7CCB-F682-A129477CA1EF}"/>
              </a:ext>
            </a:extLst>
          </p:cNvPr>
          <p:cNvSpPr txBox="1"/>
          <p:nvPr/>
        </p:nvSpPr>
        <p:spPr>
          <a:xfrm>
            <a:off x="4418733" y="24355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5D26E97-9AA4-A1F5-CF70-4E39D8E15569}"/>
              </a:ext>
            </a:extLst>
          </p:cNvPr>
          <p:cNvSpPr txBox="1"/>
          <p:nvPr/>
        </p:nvSpPr>
        <p:spPr>
          <a:xfrm>
            <a:off x="7682366" y="244484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9409089-5513-992F-0BA8-9451F708BF0F}"/>
              </a:ext>
            </a:extLst>
          </p:cNvPr>
          <p:cNvSpPr txBox="1"/>
          <p:nvPr/>
        </p:nvSpPr>
        <p:spPr>
          <a:xfrm>
            <a:off x="1156923" y="4445225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92B0DCA-9EC4-1D2D-212C-08A6732E77FE}"/>
              </a:ext>
            </a:extLst>
          </p:cNvPr>
          <p:cNvSpPr txBox="1"/>
          <p:nvPr/>
        </p:nvSpPr>
        <p:spPr>
          <a:xfrm>
            <a:off x="4428232" y="445211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BFBE765-4337-492B-33A6-938E85E4DA0E}"/>
              </a:ext>
            </a:extLst>
          </p:cNvPr>
          <p:cNvSpPr txBox="1"/>
          <p:nvPr/>
        </p:nvSpPr>
        <p:spPr>
          <a:xfrm>
            <a:off x="7670731" y="4486249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CD298C-CBBD-D4BD-8038-EA0AAF151E2B}"/>
              </a:ext>
            </a:extLst>
          </p:cNvPr>
          <p:cNvGrpSpPr/>
          <p:nvPr/>
        </p:nvGrpSpPr>
        <p:grpSpPr>
          <a:xfrm>
            <a:off x="1268418" y="2412251"/>
            <a:ext cx="3300200" cy="1946603"/>
            <a:chOff x="886453" y="2409665"/>
            <a:chExt cx="3300200" cy="1946603"/>
          </a:xfrm>
        </p:grpSpPr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D8362C7A-4DB5-20F3-1822-D52CBE009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10456" y="3403620"/>
              <a:ext cx="1348085" cy="952648"/>
            </a:xfrm>
            <a:prstGeom prst="rect">
              <a:avLst/>
            </a:prstGeom>
          </p:spPr>
        </p:pic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6841D183-2794-6DDA-8579-6379EF8DFBB5}"/>
                </a:ext>
              </a:extLst>
            </p:cNvPr>
            <p:cNvSpPr txBox="1"/>
            <p:nvPr/>
          </p:nvSpPr>
          <p:spPr>
            <a:xfrm>
              <a:off x="886453" y="2409665"/>
              <a:ext cx="33002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Autochthonous KPCT PDAC  </a:t>
              </a:r>
              <a:r>
                <a:rPr lang="en-US" sz="1200" dirty="0" err="1"/>
                <a:t>scRNA</a:t>
              </a:r>
              <a:r>
                <a:rPr lang="en-US" sz="1200" dirty="0"/>
                <a:t>-seq</a:t>
              </a:r>
            </a:p>
            <a:p>
              <a:pPr algn="ctr"/>
              <a:r>
                <a:rPr lang="en-US" sz="1000" dirty="0"/>
                <a:t>(Pitter et al 2022; PMID 35952360)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0CF602B-1FB2-3C79-B4A2-5DDE351B4CAE}"/>
              </a:ext>
            </a:extLst>
          </p:cNvPr>
          <p:cNvSpPr txBox="1"/>
          <p:nvPr/>
        </p:nvSpPr>
        <p:spPr>
          <a:xfrm>
            <a:off x="81023" y="127322"/>
            <a:ext cx="705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5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EC936B-20B5-5182-7F34-58D0319274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471" y="2879677"/>
            <a:ext cx="1478953" cy="1488082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5AC0AE6-0AC4-D30D-D78F-83649E9718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3320" y="2922613"/>
            <a:ext cx="406573" cy="75770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F779ECA-676B-E552-1227-CA1655FE3331}"/>
              </a:ext>
            </a:extLst>
          </p:cNvPr>
          <p:cNvSpPr txBox="1"/>
          <p:nvPr/>
        </p:nvSpPr>
        <p:spPr>
          <a:xfrm>
            <a:off x="4905496" y="2412251"/>
            <a:ext cx="22177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Mouse PDAC </a:t>
            </a:r>
            <a:r>
              <a:rPr lang="en-US" sz="1200" dirty="0" err="1"/>
              <a:t>scRNA</a:t>
            </a:r>
            <a:r>
              <a:rPr lang="en-US" sz="1200" dirty="0"/>
              <a:t>-seq</a:t>
            </a:r>
          </a:p>
          <a:p>
            <a:pPr algn="ctr"/>
            <a:r>
              <a:rPr lang="en-US" sz="1000" dirty="0"/>
              <a:t>(Pitter et al 2022; PMID 35952360)</a:t>
            </a:r>
          </a:p>
          <a:p>
            <a:pPr algn="ctr"/>
            <a:endParaRPr lang="en-US" sz="120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8E5DB949-29ED-D156-CDA0-788C7DE3E6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9285" y="2804848"/>
            <a:ext cx="2286315" cy="156291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8B012DA8-49A4-78ED-AFC0-2303AB6EBCC4}"/>
              </a:ext>
            </a:extLst>
          </p:cNvPr>
          <p:cNvSpPr txBox="1"/>
          <p:nvPr/>
        </p:nvSpPr>
        <p:spPr>
          <a:xfrm>
            <a:off x="7991749" y="2412251"/>
            <a:ext cx="27264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Human primary PDAC </a:t>
            </a:r>
            <a:r>
              <a:rPr lang="en-US" sz="1200" dirty="0" err="1"/>
              <a:t>scRNA</a:t>
            </a:r>
            <a:r>
              <a:rPr lang="en-US" sz="1200" dirty="0"/>
              <a:t>-seq </a:t>
            </a:r>
          </a:p>
          <a:p>
            <a:pPr algn="ctr"/>
            <a:r>
              <a:rPr lang="en-US" sz="1000" dirty="0"/>
              <a:t>(Cohort 1 – Park et al 2024; PMID 38702773)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4178C28F-23B8-CC7E-1347-83CA8BD915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4685" y="4931334"/>
            <a:ext cx="2089627" cy="1473304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70490943-A107-4447-6BF7-B386A0875C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7547" y="4906078"/>
            <a:ext cx="1524364" cy="1524364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88F22D54-589D-AE8A-0FA4-E0439F9693D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3409" y="4866838"/>
            <a:ext cx="1583501" cy="1547997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FEEE6136-716B-780F-983F-188FC75697A3}"/>
              </a:ext>
            </a:extLst>
          </p:cNvPr>
          <p:cNvSpPr txBox="1"/>
          <p:nvPr/>
        </p:nvSpPr>
        <p:spPr>
          <a:xfrm>
            <a:off x="9699913" y="544945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221 samples</a:t>
            </a:r>
            <a:endParaRPr lang="en-US" sz="10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597641D-821B-5164-CD4D-0AFB49FB2A8D}"/>
              </a:ext>
            </a:extLst>
          </p:cNvPr>
          <p:cNvSpPr txBox="1"/>
          <p:nvPr/>
        </p:nvSpPr>
        <p:spPr>
          <a:xfrm>
            <a:off x="6620382" y="5396904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498 samples</a:t>
            </a:r>
            <a:endParaRPr lang="en-US" sz="10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546B6E6B-510A-77A3-F85A-5BC1BE401D7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9795" y="762025"/>
            <a:ext cx="2097470" cy="157310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6C343007-93E3-8FC5-EE03-BCF7B3FA95C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3498" y="768342"/>
            <a:ext cx="2117887" cy="15884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B0F86A-F485-5484-B8DF-C55582F3CD0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10266" y="2804848"/>
            <a:ext cx="2178625" cy="154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528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1580</TotalTime>
  <Words>178</Words>
  <Application>Microsoft Macintosh PowerPoint</Application>
  <PresentationFormat>Widescreen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Whitney Henry</dc:creator>
  <cp:lastModifiedBy>Evelyn Tong</cp:lastModifiedBy>
  <cp:revision>18</cp:revision>
  <dcterms:created xsi:type="dcterms:W3CDTF">2026-08-13T00:02:20Z</dcterms:created>
  <dcterms:modified xsi:type="dcterms:W3CDTF">2026-09-17T19:06:53Z</dcterms:modified>
</cp:coreProperties>
</file>